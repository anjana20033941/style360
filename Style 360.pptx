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CCD-3DF2-1198-A81A-A6A7B1D36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07026-8347-F5F6-ED18-A2F222881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27F3A-9679-06F4-F7DB-5157B9603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E1954-07B3-ADA4-30FA-D7A7144A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00994-B5BF-2533-F8D3-82B28CE2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A436-EF55-2D33-20DE-8958CE93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80FC-8E99-35C3-1E8B-0FB6F04A8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EB213-9A9D-550D-8C8C-6BF5B003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8398C-412C-2726-8694-2DF194CAB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4E1CD-CF80-7E8D-108D-8C30747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9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231F-5FBC-E3A4-6EB2-36BBA892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F32CD-2F46-F152-06C8-7CF268E71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C509F-DA9C-EF95-85AA-32E00A11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FED5C-EFD3-F450-C4F7-5E54EA27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0B2CB-BF6F-055A-60CA-3C249258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19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5F0C6-8FD9-D31B-CD3F-8CF91A1A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4642C-1E33-0862-C9B2-4E4A6A246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29668-1A34-6F73-AD9F-CB16008F3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FE81A-38E9-5CAA-1DAF-48D3EF90C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08776-79AC-2406-DC90-95D6D347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E71B1-707F-18F8-670B-5EC5E1EC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5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8E7-8DFC-41CB-8BE7-70C0DE2C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EF80C-CA22-644A-622B-D561BEA50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B07AC-8949-9C4F-A2CE-738FBE809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AFEE0-D0A6-CB37-5A15-49F4EE030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8739B-8558-2E4F-9044-BE0B6B450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2E0842-8425-5B62-30DB-9A01C91A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73142-14A9-0780-7376-020D27DC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93E0D-E3AC-A762-01B6-C3168D1C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0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C49A-A190-01F3-0010-A03F0F85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C7E0-EC91-3680-2B02-EAF8BE14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2FE20-536E-8396-000A-E00A8866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D014A-A2BC-C780-3FAA-2D3A240E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4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0F0B8-AD5B-4058-2B1E-A2B9E96A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2FA60-0DA9-B91E-6109-0FDB3FE6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DB859-95A0-9680-3D68-A38D8584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6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A694-C2A8-42DB-A0F0-72D5FD42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734D-A3D0-C713-4C19-44A3C4D3D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DAA37-D861-20B4-CF15-E9CD5D888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61CD4-22F0-96EC-AC1B-9DBFD84F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6166D-7A32-D51E-BEE8-27AA1C25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3C18B-66D2-81CF-299B-19664F5F3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22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1AF4-DF63-B302-0E09-239CDF89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082FE0-A5E8-1DE7-5AB7-3C916B13F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35973-9AE8-20D8-BA63-946D32641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AA6C9-51A4-DEC9-35BB-8CA852A9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31017-358A-528E-51FE-D398A89F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A3FEB-C92D-124D-B6F4-81C54DFE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28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BBA1-E654-E5C1-6E01-5C0145CE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55352-D4E5-7B6F-FA40-CFA4C514B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8AAAD-D8B0-7881-6993-A125A13D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0791-BBBA-6370-145D-64FAB8C4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21618-C06D-907B-EA6D-14BFB100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9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FD19F-FB21-12EB-2708-64B9D46E9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2B851-56BF-5B2D-45EA-82E73D12D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2F85C-F29F-4F34-95D9-05C5575AD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22FB2-8BBE-F0A2-1ADB-4982E019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B5ED0-BEE9-00ED-0FD9-19BC5545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3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580E4A-3C49-5200-0D7B-E3F6366B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712CB-9A52-3EB0-8D0C-D19422C14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32E3F-19BB-A942-F72C-D3843FD99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35A21-2EAD-4712-A10F-7F059827541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08EAE-9B4D-F311-8E13-39DECD018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98A01-426A-CBA2-8920-0676BC914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4FA78-C1CC-40D2-A26B-E3244FD9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1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A screenshot of a login form&#10;&#10;Description automatically generated">
            <a:extLst>
              <a:ext uri="{FF2B5EF4-FFF2-40B4-BE49-F238E27FC236}">
                <a16:creationId xmlns:a16="http://schemas.microsoft.com/office/drawing/2014/main" id="{9333D3ED-B554-1E1A-FB38-D9A6647D5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3880"/>
            <a:ext cx="12192000" cy="573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0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sign up form&#10;&#10;Description automatically generated">
            <a:extLst>
              <a:ext uri="{FF2B5EF4-FFF2-40B4-BE49-F238E27FC236}">
                <a16:creationId xmlns:a16="http://schemas.microsoft.com/office/drawing/2014/main" id="{CE0AA821-E12E-C367-0694-7126A7F79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14325"/>
            <a:ext cx="12192000" cy="6124575"/>
          </a:xfrm>
        </p:spPr>
      </p:pic>
    </p:spTree>
    <p:extLst>
      <p:ext uri="{BB962C8B-B14F-4D97-AF65-F5344CB8AC3E}">
        <p14:creationId xmlns:p14="http://schemas.microsoft.com/office/powerpoint/2010/main" val="1722284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68DC0E5-30DE-947D-4535-97ECC6574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84" y="444500"/>
            <a:ext cx="10755116" cy="5632450"/>
          </a:xfrm>
        </p:spPr>
      </p:pic>
    </p:spTree>
    <p:extLst>
      <p:ext uri="{BB962C8B-B14F-4D97-AF65-F5344CB8AC3E}">
        <p14:creationId xmlns:p14="http://schemas.microsoft.com/office/powerpoint/2010/main" val="169175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erson&#10;&#10;Description automatically generated">
            <a:extLst>
              <a:ext uri="{FF2B5EF4-FFF2-40B4-BE49-F238E27FC236}">
                <a16:creationId xmlns:a16="http://schemas.microsoft.com/office/drawing/2014/main" id="{82B30A9A-490D-7603-E645-5EE496D6B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3" y="368299"/>
            <a:ext cx="10934572" cy="5832475"/>
          </a:xfrm>
        </p:spPr>
      </p:pic>
    </p:spTree>
    <p:extLst>
      <p:ext uri="{BB962C8B-B14F-4D97-AF65-F5344CB8AC3E}">
        <p14:creationId xmlns:p14="http://schemas.microsoft.com/office/powerpoint/2010/main" val="237932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2E1A886-95A0-284C-97BE-8D373DDAE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63" y="587374"/>
            <a:ext cx="11161313" cy="5641975"/>
          </a:xfrm>
        </p:spPr>
      </p:pic>
    </p:spTree>
    <p:extLst>
      <p:ext uri="{BB962C8B-B14F-4D97-AF65-F5344CB8AC3E}">
        <p14:creationId xmlns:p14="http://schemas.microsoft.com/office/powerpoint/2010/main" val="421640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ABD436B-1F79-C096-1DB3-C28466047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56" y="434974"/>
            <a:ext cx="11034994" cy="5889626"/>
          </a:xfrm>
        </p:spPr>
      </p:pic>
    </p:spTree>
    <p:extLst>
      <p:ext uri="{BB962C8B-B14F-4D97-AF65-F5344CB8AC3E}">
        <p14:creationId xmlns:p14="http://schemas.microsoft.com/office/powerpoint/2010/main" val="1853235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4AF3FC7-8F13-C101-9F04-7C486CBAC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92" y="558800"/>
            <a:ext cx="10938441" cy="5651500"/>
          </a:xfrm>
        </p:spPr>
      </p:pic>
    </p:spTree>
    <p:extLst>
      <p:ext uri="{BB962C8B-B14F-4D97-AF65-F5344CB8AC3E}">
        <p14:creationId xmlns:p14="http://schemas.microsoft.com/office/powerpoint/2010/main" val="148283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standing together&#10;&#10;Description automatically generated">
            <a:extLst>
              <a:ext uri="{FF2B5EF4-FFF2-40B4-BE49-F238E27FC236}">
                <a16:creationId xmlns:a16="http://schemas.microsoft.com/office/drawing/2014/main" id="{E8F20BF6-68C8-C8C7-2CD7-9138ABA84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17" y="530224"/>
            <a:ext cx="11240422" cy="5842001"/>
          </a:xfrm>
        </p:spPr>
      </p:pic>
    </p:spTree>
    <p:extLst>
      <p:ext uri="{BB962C8B-B14F-4D97-AF65-F5344CB8AC3E}">
        <p14:creationId xmlns:p14="http://schemas.microsoft.com/office/powerpoint/2010/main" val="3663605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5AAAC0C-E3E0-800D-2042-BD06F3F3A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66" y="460375"/>
            <a:ext cx="11582668" cy="5937250"/>
          </a:xfrm>
        </p:spPr>
      </p:pic>
    </p:spTree>
    <p:extLst>
      <p:ext uri="{BB962C8B-B14F-4D97-AF65-F5344CB8AC3E}">
        <p14:creationId xmlns:p14="http://schemas.microsoft.com/office/powerpoint/2010/main" val="72427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hat&#10;&#10;Description automatically generated">
            <a:extLst>
              <a:ext uri="{FF2B5EF4-FFF2-40B4-BE49-F238E27FC236}">
                <a16:creationId xmlns:a16="http://schemas.microsoft.com/office/drawing/2014/main" id="{BE0D7339-1E02-E889-409E-202C8600E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13" y="596899"/>
            <a:ext cx="11181339" cy="5584826"/>
          </a:xfrm>
        </p:spPr>
      </p:pic>
    </p:spTree>
    <p:extLst>
      <p:ext uri="{BB962C8B-B14F-4D97-AF65-F5344CB8AC3E}">
        <p14:creationId xmlns:p14="http://schemas.microsoft.com/office/powerpoint/2010/main" val="2444135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83AE58E-248A-26DD-BA8E-9ECA588DB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36" y="339724"/>
            <a:ext cx="11189456" cy="5937251"/>
          </a:xfrm>
        </p:spPr>
      </p:pic>
    </p:spTree>
    <p:extLst>
      <p:ext uri="{BB962C8B-B14F-4D97-AF65-F5344CB8AC3E}">
        <p14:creationId xmlns:p14="http://schemas.microsoft.com/office/powerpoint/2010/main" val="4057558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posing for a picture&#10;&#10;Description automatically generated">
            <a:extLst>
              <a:ext uri="{FF2B5EF4-FFF2-40B4-BE49-F238E27FC236}">
                <a16:creationId xmlns:a16="http://schemas.microsoft.com/office/drawing/2014/main" id="{31EE386B-7DB2-A1BC-0163-12C47575A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44" y="501649"/>
            <a:ext cx="11075736" cy="5594351"/>
          </a:xfrm>
        </p:spPr>
      </p:pic>
    </p:spTree>
    <p:extLst>
      <p:ext uri="{BB962C8B-B14F-4D97-AF65-F5344CB8AC3E}">
        <p14:creationId xmlns:p14="http://schemas.microsoft.com/office/powerpoint/2010/main" val="203513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website&#10;&#10;Description automatically generated">
            <a:extLst>
              <a:ext uri="{FF2B5EF4-FFF2-40B4-BE49-F238E27FC236}">
                <a16:creationId xmlns:a16="http://schemas.microsoft.com/office/drawing/2014/main" id="{F535F51C-8D58-A9D7-2A31-0DDB0D335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13" y="444500"/>
            <a:ext cx="11001103" cy="5822950"/>
          </a:xfrm>
        </p:spPr>
      </p:pic>
    </p:spTree>
    <p:extLst>
      <p:ext uri="{BB962C8B-B14F-4D97-AF65-F5344CB8AC3E}">
        <p14:creationId xmlns:p14="http://schemas.microsoft.com/office/powerpoint/2010/main" val="164445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standing together&#10;&#10;Description automatically generated">
            <a:extLst>
              <a:ext uri="{FF2B5EF4-FFF2-40B4-BE49-F238E27FC236}">
                <a16:creationId xmlns:a16="http://schemas.microsoft.com/office/drawing/2014/main" id="{BD47292D-1B13-01FA-A761-B85741FA3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60" y="434974"/>
            <a:ext cx="11194814" cy="5756275"/>
          </a:xfrm>
        </p:spPr>
      </p:pic>
    </p:spTree>
    <p:extLst>
      <p:ext uri="{BB962C8B-B14F-4D97-AF65-F5344CB8AC3E}">
        <p14:creationId xmlns:p14="http://schemas.microsoft.com/office/powerpoint/2010/main" val="1375973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erson&#10;&#10;Description automatically generated">
            <a:extLst>
              <a:ext uri="{FF2B5EF4-FFF2-40B4-BE49-F238E27FC236}">
                <a16:creationId xmlns:a16="http://schemas.microsoft.com/office/drawing/2014/main" id="{B3C0D5C0-EB11-C0E2-1712-D259A9008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13" y="482599"/>
            <a:ext cx="11301497" cy="5708651"/>
          </a:xfrm>
        </p:spPr>
      </p:pic>
    </p:spTree>
    <p:extLst>
      <p:ext uri="{BB962C8B-B14F-4D97-AF65-F5344CB8AC3E}">
        <p14:creationId xmlns:p14="http://schemas.microsoft.com/office/powerpoint/2010/main" val="2225926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standing together&#10;&#10;Description automatically generated">
            <a:extLst>
              <a:ext uri="{FF2B5EF4-FFF2-40B4-BE49-F238E27FC236}">
                <a16:creationId xmlns:a16="http://schemas.microsoft.com/office/drawing/2014/main" id="{64A07A67-37AB-BF99-C22D-B20FAA092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13" y="415924"/>
            <a:ext cx="11341550" cy="5794376"/>
          </a:xfrm>
        </p:spPr>
      </p:pic>
    </p:spTree>
    <p:extLst>
      <p:ext uri="{BB962C8B-B14F-4D97-AF65-F5344CB8AC3E}">
        <p14:creationId xmlns:p14="http://schemas.microsoft.com/office/powerpoint/2010/main" val="4074866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erson&#10;&#10;Description automatically generated">
            <a:extLst>
              <a:ext uri="{FF2B5EF4-FFF2-40B4-BE49-F238E27FC236}">
                <a16:creationId xmlns:a16="http://schemas.microsoft.com/office/drawing/2014/main" id="{4A593EC0-A618-8F50-DB1A-71AFA05D0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13" y="425449"/>
            <a:ext cx="11261444" cy="5765801"/>
          </a:xfrm>
        </p:spPr>
      </p:pic>
    </p:spTree>
    <p:extLst>
      <p:ext uri="{BB962C8B-B14F-4D97-AF65-F5344CB8AC3E}">
        <p14:creationId xmlns:p14="http://schemas.microsoft.com/office/powerpoint/2010/main" val="1911254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women in dresses&#10;&#10;Description automatically generated">
            <a:extLst>
              <a:ext uri="{FF2B5EF4-FFF2-40B4-BE49-F238E27FC236}">
                <a16:creationId xmlns:a16="http://schemas.microsoft.com/office/drawing/2014/main" id="{A85B9A04-B2E2-C84F-C330-A2B24D59E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45" y="377824"/>
            <a:ext cx="11244721" cy="5889626"/>
          </a:xfrm>
        </p:spPr>
      </p:pic>
    </p:spTree>
    <p:extLst>
      <p:ext uri="{BB962C8B-B14F-4D97-AF65-F5344CB8AC3E}">
        <p14:creationId xmlns:p14="http://schemas.microsoft.com/office/powerpoint/2010/main" val="1388209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erson&#10;&#10;Description automatically generated">
            <a:extLst>
              <a:ext uri="{FF2B5EF4-FFF2-40B4-BE49-F238E27FC236}">
                <a16:creationId xmlns:a16="http://schemas.microsoft.com/office/drawing/2014/main" id="{8BBF4137-1AF9-ED6C-6318-B3E4A78F5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44" y="549274"/>
            <a:ext cx="11336420" cy="5661025"/>
          </a:xfrm>
        </p:spPr>
      </p:pic>
    </p:spTree>
    <p:extLst>
      <p:ext uri="{BB962C8B-B14F-4D97-AF65-F5344CB8AC3E}">
        <p14:creationId xmlns:p14="http://schemas.microsoft.com/office/powerpoint/2010/main" val="484362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standing together&#10;&#10;Description automatically generated">
            <a:extLst>
              <a:ext uri="{FF2B5EF4-FFF2-40B4-BE49-F238E27FC236}">
                <a16:creationId xmlns:a16="http://schemas.microsoft.com/office/drawing/2014/main" id="{EA61B25D-31E9-58DA-E739-337F78B86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38" y="473075"/>
            <a:ext cx="11161313" cy="5918200"/>
          </a:xfrm>
        </p:spPr>
      </p:pic>
    </p:spTree>
    <p:extLst>
      <p:ext uri="{BB962C8B-B14F-4D97-AF65-F5344CB8AC3E}">
        <p14:creationId xmlns:p14="http://schemas.microsoft.com/office/powerpoint/2010/main" val="3526001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A1CA069-A72C-E2E3-7641-F732DA24D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63" y="434974"/>
            <a:ext cx="11281471" cy="5908675"/>
          </a:xfrm>
        </p:spPr>
      </p:pic>
    </p:spTree>
    <p:extLst>
      <p:ext uri="{BB962C8B-B14F-4D97-AF65-F5344CB8AC3E}">
        <p14:creationId xmlns:p14="http://schemas.microsoft.com/office/powerpoint/2010/main" val="1770681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chat&#10;&#10;Description automatically generated">
            <a:extLst>
              <a:ext uri="{FF2B5EF4-FFF2-40B4-BE49-F238E27FC236}">
                <a16:creationId xmlns:a16="http://schemas.microsoft.com/office/drawing/2014/main" id="{213C426D-3E9E-D5DA-545B-72B2B09A9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59" y="396874"/>
            <a:ext cx="11130487" cy="5937251"/>
          </a:xfrm>
        </p:spPr>
      </p:pic>
    </p:spTree>
    <p:extLst>
      <p:ext uri="{BB962C8B-B14F-4D97-AF65-F5344CB8AC3E}">
        <p14:creationId xmlns:p14="http://schemas.microsoft.com/office/powerpoint/2010/main" val="4161838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0C977179-804C-2BFA-88B7-2DEBE539C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56" y="434974"/>
            <a:ext cx="11561150" cy="5937251"/>
          </a:xfrm>
        </p:spPr>
      </p:pic>
    </p:spTree>
    <p:extLst>
      <p:ext uri="{BB962C8B-B14F-4D97-AF65-F5344CB8AC3E}">
        <p14:creationId xmlns:p14="http://schemas.microsoft.com/office/powerpoint/2010/main" val="4009573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person&#10;&#10;Description automatically generated">
            <a:extLst>
              <a:ext uri="{FF2B5EF4-FFF2-40B4-BE49-F238E27FC236}">
                <a16:creationId xmlns:a16="http://schemas.microsoft.com/office/drawing/2014/main" id="{18739071-0208-8C3E-02A6-CA5DAE226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31" y="549275"/>
            <a:ext cx="11280496" cy="5842000"/>
          </a:xfrm>
        </p:spPr>
      </p:pic>
    </p:spTree>
    <p:extLst>
      <p:ext uri="{BB962C8B-B14F-4D97-AF65-F5344CB8AC3E}">
        <p14:creationId xmlns:p14="http://schemas.microsoft.com/office/powerpoint/2010/main" val="3648031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website&#10;&#10;Description automatically generated">
            <a:extLst>
              <a:ext uri="{FF2B5EF4-FFF2-40B4-BE49-F238E27FC236}">
                <a16:creationId xmlns:a16="http://schemas.microsoft.com/office/drawing/2014/main" id="{E67B1F7D-1950-5ED8-93B4-366433A7B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56" y="368299"/>
            <a:ext cx="11381855" cy="6003925"/>
          </a:xfrm>
        </p:spPr>
      </p:pic>
    </p:spTree>
    <p:extLst>
      <p:ext uri="{BB962C8B-B14F-4D97-AF65-F5344CB8AC3E}">
        <p14:creationId xmlns:p14="http://schemas.microsoft.com/office/powerpoint/2010/main" val="4052831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erson's collection&#10;&#10;Description automatically generated">
            <a:extLst>
              <a:ext uri="{FF2B5EF4-FFF2-40B4-BE49-F238E27FC236}">
                <a16:creationId xmlns:a16="http://schemas.microsoft.com/office/drawing/2014/main" id="{53CD0270-BA2D-4913-0139-C1381A0F0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63" y="400049"/>
            <a:ext cx="11201361" cy="6029325"/>
          </a:xfrm>
        </p:spPr>
      </p:pic>
    </p:spTree>
    <p:extLst>
      <p:ext uri="{BB962C8B-B14F-4D97-AF65-F5344CB8AC3E}">
        <p14:creationId xmlns:p14="http://schemas.microsoft.com/office/powerpoint/2010/main" val="412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Danush kavindaka</dc:creator>
  <cp:lastModifiedBy>Danush kavindaka</cp:lastModifiedBy>
  <cp:revision>1</cp:revision>
  <dcterms:created xsi:type="dcterms:W3CDTF">2026-09-24T13:16:06Z</dcterms:created>
  <dcterms:modified xsi:type="dcterms:W3CDTF">2026-09-24T13:25:21Z</dcterms:modified>
</cp:coreProperties>
</file>